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58C4A-83B6-3405-5BB4-074771B97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93A31-1BC4-CBE8-457C-A31DD62F1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F2A80-4976-4EA6-731F-9709CCC46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64AC8-E992-E45F-8636-D9E98ABC5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DB8BE-756B-1B4E-DF53-5B5BE1D4F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5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DE5F-2072-E4D4-8A86-923015292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9C1C0-DCD2-F59C-F9F3-A05E3267E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E918D-1B3C-7BDE-FD78-7A2562737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BBD34-1C3E-97E5-6A0B-D5D459CDF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9583-A71A-2090-349F-852051A1F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56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480F-BDEC-BCCE-4277-3D8DF4EF7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9A8FC-2716-46B8-17D5-D4E3466C4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FFCC4-9CC7-2E33-6B8D-B8479EF7E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11616-1C37-1404-CA5A-6A0FA6F54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060F4-67AF-F187-F08B-19FC8DA8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4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3572-2C5E-98E8-3B10-4237CBA7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D1A51-6FFF-A2BE-D40B-D5D58D6088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CA588-E7F0-77DD-73CE-E6821438E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88084-59EB-DDD0-30A4-BD0461180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12497-B364-CB5A-E7C4-2AA7883A4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5D85C-7911-120C-2632-E12EEF4E4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90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273DD-D8BD-A929-3068-D9638879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6E47F-7EBF-821F-B86C-DFA10302B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4CC92-8BFA-4487-9E7A-428E6283E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49216-AA49-3810-FFA5-D66CF7A2B1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DF30D-BECA-3C6F-AFA5-550F695F7B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CCE3A5-A7E5-A38A-32F4-F26A53F1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812A96-4B10-DB5E-8143-86DE1CC6F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5A864-6F3D-1348-BBAB-1B3DA09B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07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9B30A-AC60-6739-6E07-5291A474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566E-3891-663C-8446-03B4E922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44267-5BD0-5E28-1EED-FADF5173F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E7A47-B2AC-C1EE-B5FB-A13340BFB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13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1CCE7-CC23-8BAA-F526-6E245933A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41124-765C-BB39-9DDF-607BFCB38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7D8-AE1D-4E6B-4D0F-843AF346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4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B5EE0-5317-A3D2-FB6C-32AE1AB2F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36864-5B94-180E-7B6C-BC591AFBC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4BD693-2082-ACB4-A078-9FF54D1CE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F78BA-8673-728E-D276-FC367854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8D1FC-8B4D-9EB4-3C0E-A98A8F193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6B5D6-B6D7-CA61-EA73-73EBC215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5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56B06-66B5-2F33-E536-87ABE1C91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1DB39-3AAD-0114-725F-2B528EAC73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84EBA-F763-0064-4902-9906A411E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4F5B7-10C2-8058-0870-08F1F55B0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20CB0-562A-2125-70DC-57FF03728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F8158-FA8F-5855-7C77-D9A78B602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11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92EE6-3C3C-F287-5157-0639D2189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FFA3F-9FDC-DB1A-0258-4690C8336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CA7ED-E9B6-0BDD-AF7D-E7072DDC2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5DB26-786D-D7A9-D2DB-D72DE1F22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9C65A-CFFD-CFC5-32A1-8E8E249C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61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9DEC52-9526-056F-B7FC-C8B1DBEB9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3D78F-049D-6295-65D9-7E739B41C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4222C-9966-0F95-BC57-DCF00C96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1E8C1-4A40-7430-D0AD-94333B297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DBAD8-760E-FF6F-B8F8-58EB04D8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2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0919E2-3DD6-3DB0-46CE-EF190264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74451-4812-22BA-6EB0-275515299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98DCF-079C-8AE6-7A53-8D4FE5D6F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8C181-DABE-412F-A21C-08557D965F6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50090-0B0F-67C0-B6D7-ACB2BBD96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0544A-8AE8-B3E0-580C-3541255B7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4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hantanugarg274/sales-datase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hantanugarg274/sales-datase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944C-368D-F820-EE28-21FECABEA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2387"/>
            <a:ext cx="9144000" cy="247757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Comprehensive Sales Performance Dashboard</a:t>
            </a:r>
            <a:br>
              <a:rPr lang="en-US" sz="4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44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A855C-FEB9-6DE9-5FF2-64F9E4E10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chemeClr val="accent6">
                    <a:lumMod val="75000"/>
                  </a:schemeClr>
                </a:solidFill>
              </a:rPr>
              <a:t>Tool Used : </a:t>
            </a:r>
            <a:r>
              <a:rPr lang="en-US" sz="3000" i="1" dirty="0"/>
              <a:t>Power BI , Power Query, MS Excel.</a:t>
            </a:r>
          </a:p>
          <a:p>
            <a:pPr algn="l"/>
            <a:r>
              <a:rPr lang="en-US" sz="3000" b="1" dirty="0">
                <a:solidFill>
                  <a:schemeClr val="accent6">
                    <a:lumMod val="75000"/>
                  </a:schemeClr>
                </a:solidFill>
              </a:rPr>
              <a:t>Info : </a:t>
            </a:r>
            <a:r>
              <a:rPr lang="en-US" sz="3000" i="1" dirty="0"/>
              <a:t>Internship Task</a:t>
            </a:r>
            <a:r>
              <a:rPr lang="en-US" sz="3000" dirty="0"/>
              <a:t>.</a:t>
            </a:r>
          </a:p>
          <a:p>
            <a:pPr algn="l"/>
            <a:r>
              <a:rPr lang="en-US" sz="3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: </a:t>
            </a:r>
            <a:r>
              <a:rPr lang="en-US" sz="3000" i="1" dirty="0">
                <a:hlinkClick r:id="rId2"/>
              </a:rPr>
              <a:t>Sales Dataset</a:t>
            </a:r>
            <a:r>
              <a:rPr lang="en-US" sz="3000" i="1" dirty="0"/>
              <a:t> collected from Kaggle</a:t>
            </a:r>
            <a:r>
              <a:rPr lang="en-US" sz="3000" dirty="0"/>
              <a:t>.</a:t>
            </a:r>
          </a:p>
          <a:p>
            <a:pPr algn="l"/>
            <a:r>
              <a:rPr lang="en-US" sz="3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 : </a:t>
            </a:r>
            <a:r>
              <a:rPr lang="en-US" sz="30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Dhairya </a:t>
            </a:r>
            <a:r>
              <a:rPr lang="en-US" sz="3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30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ajput </a:t>
            </a:r>
            <a:r>
              <a:rPr lang="en-US" sz="3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(Data Analyst).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533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776FA-C3CE-2A18-F72D-9AE5554D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273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11A6E-D51E-0DEF-FBB6-86C778745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677"/>
            <a:ext cx="10515600" cy="475128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objective of this project is to design an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Power BI dashboard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enables business stakeholders to analyze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Sales, Profit, and Growth performance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regions, categories, and time periods.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KPIs like Sales, Profit, and Profit Margin %.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 Year-over-Year (YoY) Growth trends.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top and bottom performing regions and categories.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filtering by Year, State, City, and Category.</a:t>
            </a:r>
          </a:p>
        </p:txBody>
      </p:sp>
    </p:spTree>
    <p:extLst>
      <p:ext uri="{BB962C8B-B14F-4D97-AF65-F5344CB8AC3E}">
        <p14:creationId xmlns:p14="http://schemas.microsoft.com/office/powerpoint/2010/main" val="4169790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9D218-0B9D-1CB7-6BCD-5FFA93E21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n-US" b="1" dirty="0">
                <a:solidFill>
                  <a:schemeClr val="accent1"/>
                </a:solidFill>
              </a:rPr>
              <a:t>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B22DA-1D30-419D-3877-2E66662F7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878"/>
            <a:ext cx="10515600" cy="5056085"/>
          </a:xfrm>
        </p:spPr>
        <p:txBody>
          <a:bodyPr>
            <a:normAutofit/>
          </a:bodyPr>
          <a:lstStyle/>
          <a:p>
            <a:endParaRPr lang="en-U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Name: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Comprehensive Sales Transactions Dataset.</a:t>
            </a:r>
          </a:p>
          <a:p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Rows: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1195 Rows.</a:t>
            </a:r>
          </a:p>
          <a:p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Columns: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 ID , Amount, Profit, Quantity, Category, Sub -Category, Payment Mode, Order Date, Customer Name, State, City, Year-Month.</a:t>
            </a:r>
          </a:p>
          <a:p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Kaggle - 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Sales Dataset 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Steps (if done):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DAX measures (Total Sales, Total Profit, YoY Growth)</a:t>
            </a:r>
          </a:p>
          <a:p>
            <a:pPr lvl="1"/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Table for better Analysis.</a:t>
            </a:r>
          </a:p>
        </p:txBody>
      </p:sp>
    </p:spTree>
    <p:extLst>
      <p:ext uri="{BB962C8B-B14F-4D97-AF65-F5344CB8AC3E}">
        <p14:creationId xmlns:p14="http://schemas.microsoft.com/office/powerpoint/2010/main" val="2776002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C27F-AD7B-9F4E-83C4-8DDB87229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F106D-3064-2F2C-FCF2-2A03019B9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 visuals or icons for: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💰 Total Sales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📈 Total Profit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Profit Margin %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👥 Total Customers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🚀 YoY Growth %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KPIs provide a quick snapshot of overall business performance and profitability trends.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75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4A9E0-CBDF-5A05-3B4E-EB1501875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Dashboard Layout &amp; Interactivity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96566-BE21-79EB-9BC3-0A44FD3F3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2090"/>
            <a:ext cx="10515600" cy="2025446"/>
          </a:xfrm>
        </p:spPr>
        <p:txBody>
          <a:bodyPr/>
          <a:lstStyle/>
          <a:p>
            <a:r>
              <a:rPr lang="en-US" dirty="0"/>
              <a:t>Slicers for </a:t>
            </a:r>
            <a:r>
              <a:rPr lang="en-US" b="1" dirty="0"/>
              <a:t>Year, State, City, Category</a:t>
            </a:r>
            <a:r>
              <a:rPr lang="en-US" dirty="0"/>
              <a:t> enable dynamic filtering.</a:t>
            </a:r>
          </a:p>
          <a:p>
            <a:r>
              <a:rPr lang="en-US" dirty="0"/>
              <a:t>Consistent color theme and professional layout.</a:t>
            </a:r>
          </a:p>
          <a:p>
            <a:r>
              <a:rPr lang="en-US" dirty="0"/>
              <a:t>Includes </a:t>
            </a:r>
            <a:r>
              <a:rPr lang="en-US" b="1" dirty="0"/>
              <a:t>trend charts</a:t>
            </a:r>
            <a:r>
              <a:rPr lang="en-US" dirty="0"/>
              <a:t>, </a:t>
            </a:r>
            <a:r>
              <a:rPr lang="en-US" b="1" dirty="0"/>
              <a:t>category-wise comparison</a:t>
            </a:r>
            <a:r>
              <a:rPr lang="en-US" dirty="0"/>
              <a:t>, and </a:t>
            </a:r>
            <a:r>
              <a:rPr lang="en-US" b="1" dirty="0"/>
              <a:t>regional map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913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57F6-E9C0-86C3-6916-76CD4079D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2FB776D-12A4-5843-0853-C5DA704AF5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5610" y="1509154"/>
            <a:ext cx="1104289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is </a:t>
            </a:r>
            <a:r>
              <a:rPr lang="en-US" alt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6M</a:t>
            </a:r>
            <a:r>
              <a:rPr lang="en-US" alt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Profit is </a:t>
            </a:r>
            <a:r>
              <a:rPr lang="en-US" alt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2M</a:t>
            </a:r>
            <a:r>
              <a:rPr lang="en-US" alt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increased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23.5% YoY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strong upward momentum.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 Supplies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category contributes the highest sales share.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</a:t>
            </a:r>
            <a:r>
              <a:rPr lang="en-US" alt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ork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Florida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top-performing states by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margins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stable at ~26%, indicating efficient cost control.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Orlando and San Francisco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among the highest-performing cities.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Houston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Tampa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among the lowest-performing cities.</a:t>
            </a:r>
            <a:endParaRPr lang="en-US" alt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741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6647D-1563-C713-CDF5-04C4D8A2B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&amp;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4CADE-B15F-B4AC-76B6-8E2F08755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500" dirty="0"/>
          </a:p>
          <a:p>
            <a:pPr marL="0" indent="0">
              <a:buNone/>
            </a:pPr>
            <a:r>
              <a:rPr lang="en-US" sz="3500" dirty="0"/>
              <a:t>This dashboard provides a </a:t>
            </a:r>
            <a:r>
              <a:rPr lang="en-US" sz="3500" b="1" dirty="0"/>
              <a:t>centralized, interactive view</a:t>
            </a:r>
            <a:r>
              <a:rPr lang="en-US" sz="3500" dirty="0"/>
              <a:t> of company performance.</a:t>
            </a:r>
            <a:br>
              <a:rPr lang="en-US" sz="3500" dirty="0"/>
            </a:br>
            <a:r>
              <a:rPr lang="en-US" sz="3500" dirty="0"/>
              <a:t>It helps stakeholders make data-driven decisions, track profitability, and identify growth opportunities across regions and product categories.</a:t>
            </a:r>
          </a:p>
        </p:txBody>
      </p:sp>
    </p:spTree>
    <p:extLst>
      <p:ext uri="{BB962C8B-B14F-4D97-AF65-F5344CB8AC3E}">
        <p14:creationId xmlns:p14="http://schemas.microsoft.com/office/powerpoint/2010/main" val="1090482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382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Comprehensive Sales Performance Dashboard </vt:lpstr>
      <vt:lpstr>Objective</vt:lpstr>
      <vt:lpstr>Dataset Description</vt:lpstr>
      <vt:lpstr>Key Performance Indicators (KPIs)</vt:lpstr>
      <vt:lpstr>Dashboard Layout &amp; Interactivity</vt:lpstr>
      <vt:lpstr>Business Insights</vt:lpstr>
      <vt:lpstr>Conclusion &amp; Business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SOURAV BANERJEE</dc:creator>
  <cp:lastModifiedBy>LAZMI RAJPUT</cp:lastModifiedBy>
  <cp:revision>3</cp:revision>
  <dcterms:created xsi:type="dcterms:W3CDTF">2025-10-26T09:36:44Z</dcterms:created>
  <dcterms:modified xsi:type="dcterms:W3CDTF">2026-07-02T06:10:41Z</dcterms:modified>
</cp:coreProperties>
</file>